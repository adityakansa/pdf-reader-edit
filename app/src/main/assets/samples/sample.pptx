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D32F2F"/>
                </a:solidFill>
              </a:rPr>
              <a:t>Welcome to PDF Reader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sample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— Open PDF, Word, Excel and PowerPoint files from anywhere on your phone.</a:t>
            </a:r>
          </a:p>
          <a:p>
            <a:pPr>
              <a:defRPr sz="1800"/>
            </a:pPr>
            <a:r>
              <a:t>Search — Find any word inside a PDF and jump between the matches.</a:t>
            </a:r>
          </a:p>
          <a:p>
            <a:pPr>
              <a:defRPr sz="1800"/>
            </a:pPr>
            <a:r>
              <a:t>Highlight — Mark important sentences; the highlights open in any other PDF app.</a:t>
            </a:r>
          </a:p>
          <a:p>
            <a:pPr>
              <a:defRPr sz="1800"/>
            </a:pPr>
            <a:r>
              <a:t>Create — Turn photos into a PDF or scan paper pages with automatic edge detection.</a:t>
            </a:r>
          </a:p>
          <a:p>
            <a:pPr>
              <a:defRPr sz="1800"/>
            </a:pPr>
            <a:r>
              <a:t>Sign — Draw your signature once and place it on any PDF page.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file type in one place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680"/>
            <a:ext cx="7772400" cy="2526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On-device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Translate a page into Italian, Polish, Portuguese, Dutch, French, German or Spanish.</a:t>
            </a:r>
          </a:p>
          <a:p>
            <a:r>
              <a:t>Get a short summary of a page, written on your phone without an internet connection.</a:t>
            </a:r>
          </a:p>
          <a:p>
            <a:r>
              <a:t>No page text ever leaves your phone.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File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